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Living Index Analysis 2022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&amp; Insights</a:t>
            </a:r>
          </a:p>
          <a:p>
            <a:r>
              <a:t>Saurav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global cost of living</a:t>
            </a:r>
          </a:p>
          <a:p>
            <a:r>
              <a:t>Identify expensive &amp; affordable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Cost, Rent, Groceries, Restaurants</a:t>
            </a:r>
          </a:p>
          <a:p>
            <a:r>
              <a:t>Purchasing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Seaborn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cost ≠ High purchasing power</a:t>
            </a:r>
          </a:p>
          <a:p>
            <a:r>
              <a:t>Strong cost-rent correlation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Useful for relocation &amp; economic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